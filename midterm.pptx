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Hu Yunhan.
Today I present Mayor Climate Game—a browser prototype studied with 15 completed session records in July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question clearly.
Hypothesis focuses on both declarative knowledge and safer siting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background short; link to IEA cooling demand context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Zheng et al. 2022, Guan et al. 2015, IEA 2023, neighbourhood game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material boundaries: heuristic model, not professional simulation.
Five pre/post exports share one sessionId (one tester, multiple playthroughs)—state honestly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15/15 ventilation correct.
11/15 budget motivation yes.
Point to spread between 0 t and 1440 t carbon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open live demo if time allows.
Acknowledge limitations openly—it strengthens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bibliography in paper.md and references.bib.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8745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Mayor Climate Game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834640" y="2743200"/>
            <a:ext cx="6492240" cy="0"/>
          </a:xfrm>
          <a:prstGeom prst="line">
            <a:avLst/>
          </a:prstGeom>
          <a:noFill/>
          <a:ln w="2540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30632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 Yunhan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Advisor: Lawted Wu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A browser serious game for teaching urban energy, carbon, and ventilation tradeoffs (N=15 pilot sessions, July 2026).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 &amp; Hypothesis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1069848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Question: How does Mayor Climate Game affect energy layout choices and post-play understanding of budget–carbon–ventilation tradeoffs?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Hypothesis: After one round with live metrics, participants will avoid coal on ventilation-sensitive cells and show accurate understanding of the tradeoff on post-play measures.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We ask whether one play session helps learners understand cost, carbon, and ventilation—and whether they avoid blocking airflow with coal.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835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Cities face hotter summers, higher cooling demand, and pressure to reduce carbon emissions.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heat connects to energy use, public health, and planning—not weather alone.</a:t>
            </a:r>
            <a:endParaRPr lang="en-US" sz="14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cities rely only on air conditioning, electricity demand and emissions can rise.</a:t>
            </a:r>
            <a:endParaRPr lang="en-US" sz="14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project asks: with limited money, will players still choose cleaner energy when the page shows the climate cost of each choice?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Cities must balance cheap energy, low carbon, and good airflow—this game makes those tradeoffs visible without expert simulation tools.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835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ventilation corridors help move heat and pollution when siting respects airflow (Beijing, Guiyang cases).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GIS, WRF, and CFD tools are powerful but hard for non-experts to use in a short class session.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IEA: cooling is not only about air conditioners—design and ventilation matter.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Serious games let learners explore tradeoffs through choices; my gap is a lightweight browser tool that also logs research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Few classroom-ready browser tools combine playable simulation, live metrics, and automatic session logging.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Design /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835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Artifact: Vercel-hosted 12×12 grid; CNY 10M budget; coal, wind, and ground-source heat pumps; live temp / wind / carbon.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Sample: N = 15 session records (10 earlier + 5 pre/post TXT exports), July 2026.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Flow: informed consent → pre-test (4 cognition + 2 attitude items) → one gameplay round → post-test → Supabase + TXT export.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Measures: pre/post cognition score, budget motivation, ventilation rule item, composite score, carbon, layout JSON.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Analysis: descriptive coding only; rule-based microclimate model—not CFD.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Consent and matched pre/post items are now built into the live site; each session is linked by sessionId.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835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15/15 answered the ventilation item correctly; 11/15 reported choosing coal to save budget.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0/15 placed coal on wind outlets.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range 51–88 (mean ≈ 76.9); carbon 0–1440 t (mean ≈ 438).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carbon (0–120 t, n=9): scores mostly 84–88; high carbon (240–1440 t, n=6): scores 51–81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Pre/post subset (n=5): cognition 3/4 → 3/4 (no change in this subset).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inferential tests—exploratory pilot 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15/15 knew ventilation rules; 0 blocked outlets. Carbon 0–1440 t—clean layouts scored higher.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Discussion, Demo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80644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Findings partially support the hypothesis: strong ventilation knowledge; no coal on outlets.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pressure remains salient (11/15), yet 4/15 chose zero-coal layouts.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Carbon outcomes vary by facility mix—not stated motivation alone.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 N=15 session records; simplified model; pre/post subset too small for gain claims.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demo: mayor-climate-game.vercel.app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20840" y="1325880"/>
            <a:ext cx="4709160" cy="3886200"/>
          </a:xfrm>
          <a:prstGeom prst="rect">
            <a:avLst/>
          </a:prstGeom>
          <a:solidFill>
            <a:srgbClr val="F3F4F6">
              <a:alpha val="85000"/>
            </a:srgbClr>
          </a:solidFill>
          <a:ln w="1524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mayor-climate-game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.vercel.app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86600" y="3657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or QR 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Short browser play makes tradeoffs concrete; sample is exploratory—do not over-generalize beyond these 15 sessions.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10835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Guan, Y., Chen, H., &amp; Zhou, X. (2015). Study of urban ventilation corridor planning method based on a case study of Guiyang, China.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Energy Agency. (2023). Staying cool without overheating the energy system.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Energy Agency. (2023). Sustainable, affordable cooling can save tens of thousands of lives each year.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Zheng et al. (2022). Urban ventilation planning and its associated benefits based on numerical experiments: A case study in Beijing, China.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References cover cooling demand, ventilation corridors, and serious-game methods.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905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874520"/>
            <a:ext cx="101498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to Lawted Wu for course structure, GitHub feedback, and research design guidance.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to classmates and volunteers who tested the game and contributed session data.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for your attention—questions welcome.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EEF4FA"/>
          </a:solidFill>
          <a:ln w="762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Thank you for your constructive feedback.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Generation AI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Mayor Climate Game</dc:title>
  <dc:subject>Mayor Climate Game Defense</dc:subject>
  <dc:creator>Hu Yunhan</dc:creator>
  <cp:lastModifiedBy>Hu Yunhan</cp:lastModifiedBy>
  <cp:revision>1</cp:revision>
  <dcterms:created xsi:type="dcterms:W3CDTF">2026-07-21T06:48:11Z</dcterms:created>
  <dcterms:modified xsi:type="dcterms:W3CDTF">2026-07-21T06:48:11Z</dcterms:modified>
</cp:coreProperties>
</file>